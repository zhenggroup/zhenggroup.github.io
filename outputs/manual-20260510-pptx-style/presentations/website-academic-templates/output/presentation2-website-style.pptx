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5c8b43f3e448ce" /><Relationship Type="http://schemas.openxmlformats.org/officeDocument/2006/relationships/extended-properties" Target="/docProps/app.xml" Id="Rf47b4a7a59f94c5e" /><Relationship Type="http://schemas.openxmlformats.org/officeDocument/2006/relationships/officeDocument" Target="/ppt/presentation.xml" Id="R128ea38ec5f0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03ce694e94156"/>
  </p:sldMasterIdLst>
  <p:notesMasterIdLst>
    <p:notesMasterId xmlns:r="http://schemas.openxmlformats.org/officeDocument/2006/relationships" r:id="R23f377ee7f284a75"/>
  </p:notesMasterIdLst>
  <p:sldIdLst>
    <p:sldId xmlns:r="http://schemas.openxmlformats.org/officeDocument/2006/relationships" id="256" r:id="R361409e4b9e246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03ce694e94156" /><Relationship Type="http://schemas.openxmlformats.org/officeDocument/2006/relationships/theme" Target="/ppt/theme/theme1.xml" Id="R48469c68b6ed4311" /><Relationship Type="http://schemas.openxmlformats.org/officeDocument/2006/relationships/notesMaster" Target="/ppt/notesMasters/notesMaster1.xml" Id="R23f377ee7f284a75" /><Relationship Type="http://schemas.openxmlformats.org/officeDocument/2006/relationships/presProps" Target="/ppt/presProps.xml" Id="R0ba80d5f4e87450d" /><Relationship Type="http://schemas.openxmlformats.org/officeDocument/2006/relationships/viewProps" Target="/ppt/viewProps.xml" Id="Rdd2b2a84ead24e1b" /><Relationship Type="http://schemas.openxmlformats.org/officeDocument/2006/relationships/tableStyles" Target="/ppt/tableStyles.xml" Id="Rf46ec92a48934f66" /><Relationship Type="http://schemas.openxmlformats.org/officeDocument/2006/relationships/slide" Target="/ppt/slides/slide1.xml" Id="R361409e4b9e2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c4d7856086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e014eb5bf4497b" /><Relationship Type="http://schemas.openxmlformats.org/officeDocument/2006/relationships/notesMaster" Target="/ppt/notesMasters/notesMaster1.xml" Id="R5ee9e8c52a25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b2b6657bc418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85051b6dfaa4192" /><Relationship Type="http://schemas.openxmlformats.org/officeDocument/2006/relationships/slideLayout" Target="/ppt/slideLayouts/slideLayout2.xml" Id="Ra8c9071362bd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9071362bd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76ff4b6304c93" /><Relationship Type="http://schemas.openxmlformats.org/officeDocument/2006/relationships/image" Target="/ppt/media/image.png" Id="R5b3c002d97ef4b15" /><Relationship Type="http://schemas.openxmlformats.org/officeDocument/2006/relationships/image" Target="/ppt/media/image2.png" Id="R50fb2d05024f4794" /><Relationship Type="http://schemas.openxmlformats.org/officeDocument/2006/relationships/notesSlide" Target="/ppt/notesSlides/notesSlide1.xml" Id="R080a65f471ac4d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5658F-5312-4DCF-B4EB-3DA5B57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8F715-F2A8-42FD-8835-28DB0BC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9F7EF-D45D-4492-97E0-02A0D94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2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224D6-2B89-40C4-9A44-81AAC9C8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A1D8C-0E2E-43FD-A71A-7A00BE3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5EA04-F4C4-492C-BC2C-EF5FC923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F34C7-3C83-4AD9-859A-A622A5F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D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5EC307-3EC4-4793-AD44-A61A6E1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D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C3077D-BAE2-4D0E-8F24-F522D1D4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BD7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BD7F"/>
                </a:solidFill>
                <a:latin typeface="Aptos"/>
                <a:ea typeface="Aptos"/>
                <a:cs typeface="Aptos"/>
              </a:rPr>
              <a:t>THE ZHENG GROUP</a:t>
            </a:r>
          </a:p>
        </p:txBody>
      </p:sp>
      <p:sp>
        <p:nvSpPr>
          <p:cNvPr id="10" name="title-placeholder">
            <a:extLst xmlns:a="http://schemas.openxmlformats.org/drawingml/2006/main">
              <a:ext uri="{FF2B5EF4-FFF2-40B4-BE49-F238E27FC236}">
                <a16:creationId xmlns:a16="http://schemas.microsoft.com/office/drawing/2014/main" id="{19BFE5C2-B215-45F0-8B77-5194C59D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Presentation title goes here</a:t>
            </a:r>
          </a:p>
        </p:txBody>
      </p:sp>
      <p:sp>
        <p:nvSpPr>
          <p:cNvPr id="11" name="subtitle-placeholder">
            <a:extLst xmlns:a="http://schemas.openxmlformats.org/drawingml/2006/main">
              <a:ext uri="{FF2B5EF4-FFF2-40B4-BE49-F238E27FC236}">
                <a16:creationId xmlns:a16="http://schemas.microsoft.com/office/drawing/2014/main" id="{5364B1CA-975E-4B57-A56C-AC8B1C99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7EDF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7EDF5"/>
                </a:solidFill>
                <a:latin typeface="Aptos"/>
                <a:ea typeface="Aptos"/>
                <a:cs typeface="Aptos"/>
              </a:rPr>
              <a:t>Electrochemical Interface &amp; Conversion Lab @ GTIIT</a:t>
            </a:r>
          </a:p>
        </p:txBody>
      </p:sp>
      <p:sp>
        <p:nvSpPr>
          <p:cNvPr id="12" name="metadata-placeholder">
            <a:extLst xmlns:a="http://schemas.openxmlformats.org/drawingml/2006/main">
              <a:ext uri="{FF2B5EF4-FFF2-40B4-BE49-F238E27FC236}">
                <a16:creationId xmlns:a16="http://schemas.microsoft.com/office/drawing/2014/main" id="{5CCB9040-D5D1-4A90-A562-D171B56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F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6DFEB"/>
                </a:solidFill>
                <a:latin typeface="Aptos"/>
                <a:ea typeface="Aptos"/>
                <a:cs typeface="Aptos"/>
              </a:rPr>
              <a:t>Presenter name  |  Meeting / conference  |  Date</a:t>
            </a:r>
          </a:p>
        </p:txBody>
      </p:sp>
      <p:sp>
        <p:nvSpPr>
          <p:cNvPr id="13" name="soft-orbit-01">
            <a:extLst xmlns:a="http://schemas.openxmlformats.org/drawingml/2006/main">
              <a:ext uri="{FF2B5EF4-FFF2-40B4-BE49-F238E27FC236}">
                <a16:creationId xmlns:a16="http://schemas.microsoft.com/office/drawing/2014/main" id="{08CBC415-A37C-4111-BBE6-CBB725D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oft-orbit-02">
            <a:extLst xmlns:a="http://schemas.openxmlformats.org/drawingml/2006/main">
              <a:ext uri="{FF2B5EF4-FFF2-40B4-BE49-F238E27FC236}">
                <a16:creationId xmlns:a16="http://schemas.microsoft.com/office/drawing/2014/main" id="{F6B05A23-5532-4186-AF61-71A01F24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75B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47ED3-8D1D-497F-8407-5297605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D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heme-words">
            <a:extLst xmlns:a="http://schemas.openxmlformats.org/drawingml/2006/main">
              <a:ext uri="{FF2B5EF4-FFF2-40B4-BE49-F238E27FC236}">
                <a16:creationId xmlns:a16="http://schemas.microsoft.com/office/drawing/2014/main" id="{ED5704D2-F350-4255-ABD5-E4005BF6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rPr>
              <a:t>Operando electrochemistry</a:t>
            </a:r>
          </a:p>
          <a:p xmlns:a="http://schemas.openxmlformats.org/drawingml/2006/main">
            <a:pPr algn="l">
              <a:def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rPr>
              <a:t>Electrocatalysis</a:t>
            </a:r>
          </a:p>
          <a:p xmlns:a="http://schemas.openxmlformats.org/drawingml/2006/main">
            <a:pPr algn="l">
              <a:def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FFF">
                    <a:alpha val="85098"/>
                  </a:srgbClr>
                </a:solidFill>
                <a:latin typeface="Georgia"/>
                <a:ea typeface="Georgia"/>
                <a:cs typeface="Georgia"/>
              </a:rPr>
              <a:t>Interface science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c002d97ef4b15"/>
          <a:stretch xmlns:a="http://schemas.openxmlformats.org/drawingml/2006/main"/>
        </p:blipFill>
        <p:spPr>
          <a:xfrm xmlns:a="http://schemas.openxmlformats.org/drawingml/2006/main">
            <a:off x="710999" y="5867400"/>
            <a:ext cx="2321327" cy="666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b2d05024f4794"/>
          <a:stretch xmlns:a="http://schemas.openxmlformats.org/drawingml/2006/main"/>
        </p:blipFill>
        <p:spPr>
          <a:xfrm xmlns:a="http://schemas.openxmlformats.org/drawingml/2006/main">
            <a:off x="3556209" y="5867400"/>
            <a:ext cx="1479132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footer-lab">
            <a:extLst xmlns:a="http://schemas.openxmlformats.org/drawingml/2006/main">
              <a:ext uri="{FF2B5EF4-FFF2-40B4-BE49-F238E27FC236}">
                <a16:creationId xmlns:a16="http://schemas.microsoft.com/office/drawing/2014/main" id="{1AB83D4F-B1CA-4476-A262-1E7A524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0198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6DFE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DFEB"/>
                </a:solidFill>
                <a:latin typeface="Aptos"/>
                <a:ea typeface="Aptos"/>
                <a:cs typeface="Aptos"/>
              </a:rPr>
              <a:t>Electrochemical Interface &amp; Conversion Lab</a:t>
            </a:r>
          </a:p>
        </p:txBody>
      </p:sp>
      <p:sp>
        <p:nvSpPr>
          <p:cNvPr id="20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6F25AC8-AE9D-48FD-A90C-3ACC6B02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210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B9975B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75B"/>
                </a:solidFill>
                <a:latin typeface="Aptos"/>
                <a:ea typeface="Aptos"/>
                <a:cs typeface="Aptos"/>
              </a:rPr>
              <a:t>website style template</a:t>
            </a:r>
          </a:p>
        </p:txBody>
      </p:sp>
    </p:spTree>
    <p:extLst>
      <p:ext uri="{BB962C8B-B14F-4D97-AF65-F5344CB8AC3E}">
        <p14:creationId xmlns:p14="http://schemas.microsoft.com/office/powerpoint/2010/main" val="506583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2026-05-10T14:47:55.3820000Z</dcterms:created>
  <dcterms:modified xsi:type="dcterms:W3CDTF">2026-05-10T14:47:55.3820000Z</dcterms:modified>
</coreProperties>
</file>