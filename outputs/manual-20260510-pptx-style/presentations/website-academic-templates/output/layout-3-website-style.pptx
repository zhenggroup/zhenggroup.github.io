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937294e964435f" /><Relationship Type="http://schemas.openxmlformats.org/officeDocument/2006/relationships/extended-properties" Target="/docProps/app.xml" Id="Rdb7fce3d5ca04a32" /><Relationship Type="http://schemas.openxmlformats.org/officeDocument/2006/relationships/officeDocument" Target="/ppt/presentation.xml" Id="R61e100aeeeb64f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e36fcffbf4f18"/>
  </p:sldMasterIdLst>
  <p:notesMasterIdLst>
    <p:notesMasterId xmlns:r="http://schemas.openxmlformats.org/officeDocument/2006/relationships" r:id="Rd7ccff2e97d641b4"/>
  </p:notesMasterIdLst>
  <p:sldIdLst>
    <p:sldId xmlns:r="http://schemas.openxmlformats.org/officeDocument/2006/relationships" id="256" r:id="R16d6879c810142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9e36fcffbf4f18" /><Relationship Type="http://schemas.openxmlformats.org/officeDocument/2006/relationships/theme" Target="/ppt/theme/theme1.xml" Id="R6f7b8a0bd6644d7c" /><Relationship Type="http://schemas.openxmlformats.org/officeDocument/2006/relationships/notesMaster" Target="/ppt/notesMasters/notesMaster1.xml" Id="Rd7ccff2e97d641b4" /><Relationship Type="http://schemas.openxmlformats.org/officeDocument/2006/relationships/presProps" Target="/ppt/presProps.xml" Id="R29c80b8b3f8a4229" /><Relationship Type="http://schemas.openxmlformats.org/officeDocument/2006/relationships/viewProps" Target="/ppt/viewProps.xml" Id="Rc665d3bdb7c04bac" /><Relationship Type="http://schemas.openxmlformats.org/officeDocument/2006/relationships/tableStyles" Target="/ppt/tableStyles.xml" Id="Ra3d4402c57594373" /><Relationship Type="http://schemas.openxmlformats.org/officeDocument/2006/relationships/slide" Target="/ppt/slides/slide1.xml" Id="R16d6879c810142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bc5568797140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c96f95a2fd49c1" /><Relationship Type="http://schemas.openxmlformats.org/officeDocument/2006/relationships/notesMaster" Target="/ppt/notesMasters/notesMaster1.xml" Id="R86a684ea3362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2ea506b144b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8f610c68f3c4fae" /><Relationship Type="http://schemas.openxmlformats.org/officeDocument/2006/relationships/slideLayout" Target="/ppt/slideLayouts/slideLayout2.xml" Id="R9f8b585b120641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b585b120641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88a33312124f21" /><Relationship Type="http://schemas.openxmlformats.org/officeDocument/2006/relationships/notesSlide" Target="/ppt/notesSlides/notesSlide1.xml" Id="Rab9cc79fc60940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2E66F6-0181-4403-B9B0-235BB68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1EB49-8421-4E05-A9FA-D84D2029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1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5783A-3F7C-4FFA-8DFB-590FD949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3B6DD-97C2-4A52-9461-41DF8D4A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961AC5-578E-40F4-AE8F-10EE359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D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74F533-F369-4271-A2DC-A47AB318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"/>
            <a:ext cx="2190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8BD7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8BD7F"/>
                </a:solidFill>
                <a:latin typeface="Aptos"/>
                <a:ea typeface="Aptos"/>
                <a:cs typeface="Aptos"/>
              </a:rPr>
              <a:t>SECTION LABEL</a:t>
            </a:r>
          </a:p>
        </p:txBody>
      </p:sp>
      <p:sp>
        <p:nvSpPr>
          <p:cNvPr id="7" name="title-placeholder">
            <a:extLst xmlns:a="http://schemas.openxmlformats.org/drawingml/2006/main">
              <a:ext uri="{FF2B5EF4-FFF2-40B4-BE49-F238E27FC236}">
                <a16:creationId xmlns:a16="http://schemas.microsoft.com/office/drawing/2014/main" id="{A47D597C-C308-474E-B2CC-799246E4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182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06182F"/>
                </a:solidFill>
                <a:latin typeface="Georgia"/>
                <a:ea typeface="Georgia"/>
                <a:cs typeface="Georgia"/>
              </a:rPr>
              <a:t>Slide title goes here</a:t>
            </a:r>
          </a:p>
        </p:txBody>
      </p:sp>
      <p:sp>
        <p:nvSpPr>
          <p:cNvPr id="8" name="subtitle-placeholder">
            <a:extLst xmlns:a="http://schemas.openxmlformats.org/drawingml/2006/main">
              <a:ext uri="{FF2B5EF4-FFF2-40B4-BE49-F238E27FC236}">
                <a16:creationId xmlns:a16="http://schemas.microsoft.com/office/drawing/2014/main" id="{6E7CFA74-D8E8-4EF7-86B4-CC949AE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Short claim or transition sentence. Replace with the one thing this slide should prove.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98BF3-5504-4D17-B917-C5AE124C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47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4E271-F97E-43E4-BC3C-C5FB332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rimary-figure-area">
            <a:extLst xmlns:a="http://schemas.openxmlformats.org/drawingml/2006/main">
              <a:ext uri="{FF2B5EF4-FFF2-40B4-BE49-F238E27FC236}">
                <a16:creationId xmlns:a16="http://schemas.microsoft.com/office/drawing/2014/main" id="{8777D835-7C58-49E0-AD05-2B804432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4960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4E3"/>
            </a:solidFill>
            <a:prstDash val="solid"/>
          </a:ln>
        </p:spPr>
      </p:sp>
      <p:sp>
        <p:nvSpPr>
          <p:cNvPr id="12" name="primary-figure-label">
            <a:extLst xmlns:a="http://schemas.openxmlformats.org/drawingml/2006/main">
              <a:ext uri="{FF2B5EF4-FFF2-40B4-BE49-F238E27FC236}">
                <a16:creationId xmlns:a16="http://schemas.microsoft.com/office/drawing/2014/main" id="{6032D44D-0FB0-4B6D-A643-FE54D45B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182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06182F"/>
                </a:solidFill>
                <a:latin typeface="Georgia"/>
                <a:ea typeface="Georgia"/>
                <a:cs typeface="Georgia"/>
              </a:rPr>
              <a:t>Primary figure / mechanism / chart</a:t>
            </a:r>
          </a:p>
        </p:txBody>
      </p:sp>
      <p:sp>
        <p:nvSpPr>
          <p:cNvPr id="13" name="primary-figure-note">
            <a:extLst xmlns:a="http://schemas.openxmlformats.org/drawingml/2006/main">
              <a:ext uri="{FF2B5EF4-FFF2-40B4-BE49-F238E27FC236}">
                <a16:creationId xmlns:a16="http://schemas.microsoft.com/office/drawing/2014/main" id="{DDFB27C8-4BB6-4A50-9071-D6280F8A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Keep the main proof object here. Use direct labels and avoid decorative boxes.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56FF-BAF1-423C-9A46-B31CD1E63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akeaway-label">
            <a:extLst xmlns:a="http://schemas.openxmlformats.org/drawingml/2006/main">
              <a:ext uri="{FF2B5EF4-FFF2-40B4-BE49-F238E27FC236}">
                <a16:creationId xmlns:a16="http://schemas.microsoft.com/office/drawing/2014/main" id="{C05AF41C-831E-40DA-BEB5-13369FF8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975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975B"/>
                </a:solidFill>
                <a:latin typeface="Aptos"/>
                <a:ea typeface="Aptos"/>
                <a:cs typeface="Aptos"/>
              </a:rPr>
              <a:t>Result / takeaway</a:t>
            </a:r>
          </a:p>
        </p:txBody>
      </p:sp>
      <p:sp>
        <p:nvSpPr>
          <p:cNvPr id="16" name="right-note-area">
            <a:extLst xmlns:a="http://schemas.openxmlformats.org/drawingml/2006/main">
              <a:ext uri="{FF2B5EF4-FFF2-40B4-BE49-F238E27FC236}">
                <a16:creationId xmlns:a16="http://schemas.microsoft.com/office/drawing/2014/main" id="{ADE662F3-457A-4586-97B4-D5F388E4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5623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9"/>
          </a:solidFill>
          <a:ln xmlns:a="http://schemas.openxmlformats.org/drawingml/2006/main" w="9525">
            <a:solidFill>
              <a:srgbClr val="D9E1EB"/>
            </a:solidFill>
            <a:prstDash val="solid"/>
          </a:ln>
        </p:spPr>
      </p:sp>
      <p:sp>
        <p:nvSpPr>
          <p:cNvPr id="17" name="notes-heading">
            <a:extLst xmlns:a="http://schemas.openxmlformats.org/drawingml/2006/main">
              <a:ext uri="{FF2B5EF4-FFF2-40B4-BE49-F238E27FC236}">
                <a16:creationId xmlns:a16="http://schemas.microsoft.com/office/drawing/2014/main" id="{15545922-B0A4-4413-875B-A6EBC78C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182F"/>
                </a:solidFill>
                <a:latin typeface="Georgia"/>
                <a:ea typeface="Georgia"/>
                <a:cs typeface="Georgia"/>
              </a:defRPr>
            </a:pPr>
            <a:r>
              <a:rPr sz="1425" b="1">
                <a:solidFill>
                  <a:srgbClr val="06182F"/>
                </a:solidFill>
                <a:latin typeface="Georgia"/>
                <a:ea typeface="Georgia"/>
                <a:cs typeface="Georgia"/>
              </a:rPr>
              <a:t>Key points</a:t>
            </a:r>
          </a:p>
        </p:txBody>
      </p:sp>
      <p:sp>
        <p:nvSpPr>
          <p:cNvPr id="18" name="bullet-placeholder">
            <a:extLst xmlns:a="http://schemas.openxmlformats.org/drawingml/2006/main">
              <a:ext uri="{FF2B5EF4-FFF2-40B4-BE49-F238E27FC236}">
                <a16:creationId xmlns:a16="http://schemas.microsoft.com/office/drawing/2014/main" id="{5F2BC5BD-0A89-49AE-A325-10C94656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1. Replace with concise evidence</a:t>
            </a:r>
          </a:p>
          <a:p xmlns:a="http://schemas.openxmlformats.org/drawingml/2006/main">
            <a:pPr algn="l">
              <a:defRPr sz="1050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2. Use one claim per bullet</a:t>
            </a:r>
          </a:p>
          <a:p xmlns:a="http://schemas.openxmlformats.org/drawingml/2006/main">
            <a:pPr algn="l">
              <a:defRPr sz="1050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3. Put caveats or methods here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3BC73-BDC0-407F-8FBC-43F85602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9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ource-note-placeholder">
            <a:extLst xmlns:a="http://schemas.openxmlformats.org/drawingml/2006/main">
              <a:ext uri="{FF2B5EF4-FFF2-40B4-BE49-F238E27FC236}">
                <a16:creationId xmlns:a16="http://schemas.microsoft.com/office/drawing/2014/main" id="{53C85842-7573-4D80-B646-D0DF69E5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0"/>
            <a:ext cx="2800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Optional method note or citation.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7A939-9FCE-4EA9-8DCA-82B2DAE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ooter-label">
            <a:extLst xmlns:a="http://schemas.openxmlformats.org/drawingml/2006/main">
              <a:ext uri="{FF2B5EF4-FFF2-40B4-BE49-F238E27FC236}">
                <a16:creationId xmlns:a16="http://schemas.microsoft.com/office/drawing/2014/main" id="{512EEE7C-ABA1-4594-9678-925ED545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57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4506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445066"/>
                </a:solidFill>
                <a:latin typeface="Aptos"/>
                <a:ea typeface="Aptos"/>
                <a:cs typeface="Aptos"/>
              </a:rPr>
              <a:t>Electrochemical Interface &amp; Conversion Lab | The Zheng Group</a:t>
            </a:r>
          </a:p>
        </p:txBody>
      </p:sp>
      <p:sp>
        <p:nvSpPr>
          <p:cNvPr id="2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263619-3C86-4568-B392-7614138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214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00214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1040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2026-05-10T14:47:55.3770000Z</dcterms:created>
  <dcterms:modified xsi:type="dcterms:W3CDTF">2026-05-10T14:47:55.3770000Z</dcterms:modified>
</coreProperties>
</file>